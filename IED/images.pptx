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2383"/>
            <a:ext cx="8229600" cy="49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00" y="101600"/>
            <a:ext cx="89408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/>
            </a:pPr>
            <a:r>
              <a:t>Capture.PNG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